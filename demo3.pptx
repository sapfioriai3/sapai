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5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F87FD-C750-9A11-C8D0-629CEDE6F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784936-3705-618B-7282-190751A12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0467B-AFA7-7216-F028-1BB21588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D56AB-8009-7919-69E3-87146C9A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1AE7C-FD68-E406-A5DF-2DA98D5E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28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EAFC-465C-A1F0-9A6B-E9D18C2D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3752A-1892-47BC-B1E2-0A1E773B7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3D7A2-DF30-0FDB-DA7B-BE3ABD817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6F10D-F783-899B-4552-7B00E5A3A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0304C-8F87-B79D-90EE-500A6264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6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FC67-8392-C64B-BD20-58777880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A08DE-93CC-12B7-315A-12CAD2CF4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49B08-168D-2BC3-9294-7476721A9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E03E3-CF9C-D7FE-C3C8-030E643E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BB912-CE31-1240-2BFC-1A860943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78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48A47-4067-EC58-DDCB-39767A0D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8322B-87E0-3139-2440-E9B45E571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57E44-07C4-4566-075D-1586D6BDF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0F7AA-A40E-EF16-A3D9-4DE184530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3C2E7-9883-765F-D1FF-60DED12E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B0686-2090-D370-EAC6-9E34DC44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62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3569-C84B-AC86-6F59-F511F7E5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8A104-00B8-D0FD-3CDC-98AFC97AD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E3441-EEBF-95ED-602D-7BFF61F05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8E8C4-D1DA-B8DF-C403-5758B869F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174AF-5864-DFF9-EF4A-06DDE1F41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0529C-A992-0A8E-856E-E6C7EA48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D68DF5-C62E-E447-4266-F2D9C592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BD5A8-C38A-43E4-7CF4-59375397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67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2D00-25A0-C593-BE2A-637E026B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978CEF-CF48-1C95-F256-AB1812D16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25999-FB3F-AFDD-FDE3-940778E7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D310E-763E-6CF8-22FD-BC73C69D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9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DB703-64A2-5C89-E5CF-BA954EFE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C21058-8ED3-4420-B42C-12B4850E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E280B-F05B-D634-A506-CAA0DE68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8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6176-FC15-38D6-0555-FFC64541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37C5D-0087-341A-6744-1C0B8CA13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A1DE6-B097-E6EA-8C70-CCCC3DB16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D8116-29B9-E01B-C40C-EA03FA75D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49512-5E27-382D-3A71-C872DC60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CAEF0-268B-5CF4-850B-33A67621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4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795E-8C6B-7B30-16A4-A1BD6EA5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F84891-93C2-D46E-2036-EBD17CD5C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AEDA7-64C7-ADC2-9BCE-0515BE63A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91AD2-1301-E29A-F50F-B548FB41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36AEF-3069-AE78-0558-9BB446F8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2B15D-4328-0E81-304E-C4D22EED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9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524A-6428-5D6A-D687-36B16B57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E0B4B-65A2-CB40-BD45-F7CDD1FCB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97B6F-5183-200F-2C34-C796081E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5EA9E-18FF-A79A-1C19-78FCD2671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0F3AC-13D7-0542-AE95-0A2BF275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3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E3CFB-936A-44A6-DE00-57ACDCAC4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E3E85-2551-4CB1-F918-AEDE8957B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DFF26-E312-07B6-589B-4DEDB55D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B96E-862E-A802-49F1-2CEEFC1DC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19F26-9076-5F37-F86B-0196ADE5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23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202F96-2D64-AFEC-A45E-4C6AF577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CEC59-0BF3-64FE-537E-3BF9DD21F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D6E31-08F7-47D7-68E4-D2E00BC83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7C96C-FA47-46A0-99F1-DBCFFC25FEDD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51C03-49B6-DD82-2563-34CBCC463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D4ABB-A384-1754-69BA-890BAFAB8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8FB45-17CF-4A1E-80F4-B29999052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4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65360A-14E5-096B-CC3D-2B15F92A8C53}"/>
              </a:ext>
            </a:extLst>
          </p:cNvPr>
          <p:cNvSpPr txBox="1"/>
          <p:nvPr/>
        </p:nvSpPr>
        <p:spPr>
          <a:xfrm>
            <a:off x="2307771" y="1122363"/>
            <a:ext cx="68362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Could you please confirm all services are active.</a:t>
            </a:r>
            <a:endParaRPr lang="en-US" sz="20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OData Services (activate in SICF):</a:t>
            </a:r>
            <a:endParaRPr lang="en-US" sz="20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/sap/</a:t>
            </a:r>
            <a:r>
              <a:rPr lang="en-US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opu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/</a:t>
            </a:r>
            <a:r>
              <a:rPr lang="en-US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odata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/sap/ZUS_PARTS_FORECAST_SRV/</a:t>
            </a:r>
            <a:endParaRPr lang="en-US" sz="20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/sap/</a:t>
            </a:r>
            <a:r>
              <a:rPr lang="en-US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opu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/</a:t>
            </a:r>
            <a:r>
              <a:rPr lang="en-US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odata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/sap/ZC_VPC_INVENTORY_CDS/</a:t>
            </a:r>
            <a:endParaRPr lang="en-US" sz="20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/sap/</a:t>
            </a:r>
            <a:r>
              <a:rPr lang="en-US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opu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/</a:t>
            </a:r>
            <a:r>
              <a:rPr lang="en-US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odata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/sap/ZC_MARD_COMPONENTQTY_CDS/</a:t>
            </a:r>
            <a:endParaRPr lang="en-US" sz="20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UI5 Application (activate in SICF):</a:t>
            </a:r>
            <a:endParaRPr lang="en-US" sz="20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/sap/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</a:rPr>
              <a:t>bc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/ui5_ui5/sap/ZPARTSACCPIPES4</a:t>
            </a:r>
            <a:endParaRPr lang="en-US" sz="2000" dirty="0"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18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53755-9257-86C3-2B90-34E898E8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5DD5C-55EB-2E43-B968-07EC636A3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21A50FDC-3BBB-E6D7-2570-E918F8814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925" y="-1066800"/>
            <a:ext cx="13950950" cy="641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6900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>Daimler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Pochampally, Kavitha (171-Extern-Beeline)</dc:creator>
  <cp:lastModifiedBy>Pochampally, Kavitha (171-Extern-Beeline)</cp:lastModifiedBy>
  <cp:revision>1</cp:revision>
  <dcterms:created xsi:type="dcterms:W3CDTF">2026-05-15T18:03:34Z</dcterms:created>
  <dcterms:modified xsi:type="dcterms:W3CDTF">2026-05-15T18:04:30Z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4dbb1d-991d-4bbd-aad5-33bac1d8ffaf_Enabled">
    <vt:lpwstr>true</vt:lpwstr>
  </property>
  <property fmtid="{D5CDD505-2E9C-101B-9397-08002B2CF9AE}" pid="3" name="MSIP_Label_924dbb1d-991d-4bbd-aad5-33bac1d8ffaf_SetDate">
    <vt:lpwstr>2026-05-15T18:04:24Z</vt:lpwstr>
  </property>
  <property fmtid="{D5CDD505-2E9C-101B-9397-08002B2CF9AE}" pid="4" name="MSIP_Label_924dbb1d-991d-4bbd-aad5-33bac1d8ffaf_Method">
    <vt:lpwstr>Standard</vt:lpwstr>
  </property>
  <property fmtid="{D5CDD505-2E9C-101B-9397-08002B2CF9AE}" pid="5" name="MSIP_Label_924dbb1d-991d-4bbd-aad5-33bac1d8ffaf_Name">
    <vt:lpwstr>924dbb1d-991d-4bbd-aad5-33bac1d8ffaf</vt:lpwstr>
  </property>
  <property fmtid="{D5CDD505-2E9C-101B-9397-08002B2CF9AE}" pid="6" name="MSIP_Label_924dbb1d-991d-4bbd-aad5-33bac1d8ffaf_SiteId">
    <vt:lpwstr>9652d7c2-1ccf-4940-8151-4a92bd474ed0</vt:lpwstr>
  </property>
  <property fmtid="{D5CDD505-2E9C-101B-9397-08002B2CF9AE}" pid="7" name="MSIP_Label_924dbb1d-991d-4bbd-aad5-33bac1d8ffaf_ActionId">
    <vt:lpwstr>607fe0b6-619c-4404-a2e3-79b0d723516a</vt:lpwstr>
  </property>
  <property fmtid="{D5CDD505-2E9C-101B-9397-08002B2CF9AE}" pid="8" name="MSIP_Label_924dbb1d-991d-4bbd-aad5-33bac1d8ffaf_ContentBits">
    <vt:lpwstr>0</vt:lpwstr>
  </property>
  <property fmtid="{D5CDD505-2E9C-101B-9397-08002B2CF9AE}" pid="9" name="MSIP_Label_924dbb1d-991d-4bbd-aad5-33bac1d8ffaf_Tag">
    <vt:lpwstr>10, 3, 0, 1</vt:lpwstr>
  </property>
</Properties>
</file>